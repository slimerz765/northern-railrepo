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31BD2-7472-DE8D-5AE1-0151C1A134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B98742-3BEB-DDE0-90C4-F79797E1FE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44A1E-5F5B-DA11-2A30-049CA3768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F4529-9B00-09A3-3FEA-B1E9AF061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E9DE68-C3ED-9DEB-1101-D02F32863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368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23D95-4EC1-439E-ED15-0DEFA5C5C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DBE82-53D9-2E12-1FBE-5CDED668B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3A38BC-1128-0764-B8D8-F8395BED5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FB2C-B917-5388-6E3B-C620B8DC8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F3F78F-11B7-E15B-F7F7-03B941AD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7970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48418-93ED-B765-BD97-B8AE4940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697C89-B68E-E72D-655B-6DF132D22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BB2FF-66FD-C856-67D4-808603252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AA0CA0-37DD-C1F5-CB69-8FB9DAE06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80155-4603-4716-AF88-6F0433F35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8472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4A5E-C358-5BFB-222F-EB96F7DE7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AA63-BF12-B21C-45B3-E98EE5B094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E2C4D2-828D-1B75-43E3-02740F2D57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800A2-185E-15C9-22E8-CF8F3AF99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A102F9-5F54-3061-FA50-19205C259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058B8-624F-7FA9-FA9E-6B87887B1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8062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4DB14-FDF9-E0D6-5DFB-8C601A21A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5103D9-3327-CB63-26C9-0D26EFB8D9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6FC3CE-EF2D-64CE-C85C-2D588AAEDC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0C0BA9-6E49-6F9A-3805-A5DCE38228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4B4A53-51AD-2664-7B91-34F2BBF9FA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0B855-1124-F86E-5AF9-BF3E4724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20AC9B-6119-3EC7-2DEF-3F8614F2A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068E70-2B9A-E30B-46EB-0E29A6A0D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570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E347-9E2C-65C1-A6DF-78B1DC5E5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857675-BDF1-D4C5-6428-C210492D5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652AA4-E515-EBDE-D3D3-A971CC7CF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218941-8D7D-9954-2BBA-CA2383D52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0946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22F558-8D2C-9EEB-DA77-C18BBDA93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F851ED-DEBC-1CD6-CB41-4EFA677A3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1D5B5-7978-9166-75D1-9B398A0A7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7626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F6A39-6E2B-17BE-F716-9F367D32D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17ADC-8EA9-98AE-8741-F07758CC0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6228D9-5D17-BFEB-BE72-7EEA570F81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40C5B4-7CD2-1033-E780-F98E9ABF5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A8F9C1-A07F-0A16-F8DD-9D118B305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34398F-51BC-E7B5-CEF0-C3000B3D7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6629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A961E-ED8B-379E-7323-C8E914472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CE7242-9C28-9F58-BC5C-B58265A61F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07D1A9-59B6-DA26-6862-E6474F78EA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E6CC6-DA85-54BA-4B93-F53621C8A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CF6B53-E81D-2935-0645-97798CD9E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79CFF7-D731-D3E7-72B3-CEF29495E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7041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8D522-E232-D04E-1D07-19C94EBF5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ED2B8B-B82F-8C66-4EDE-19C854AF4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D01FB-DC87-A86B-42A4-A90BE911B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34A52-1769-5938-F761-8A137E267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4E58D-D73F-61C6-D7E0-8B90B1227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6091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F2FC13-63C8-33DF-6804-C6837E6BF5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A7FAB4-03A6-20B1-D76E-16BE87EC18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22E02C-FD2B-61F6-559C-BFF31CF1E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3F3E9-EE27-5646-1166-953816C1D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D9DBA-511D-3221-9764-C7D446371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4743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197EC4-75BF-2490-7F2A-42ADCB373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40D3FA-C008-1920-4A2D-83A4BFC1C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B649E-6973-93A3-B4BE-E12398C7CD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57BCF3-4B88-4142-9F31-1AE8526BD195}" type="datetimeFigureOut">
              <a:rPr lang="en-GB" smtClean="0"/>
              <a:t>14/09/2026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FA9AE-C277-2310-279F-F83C8F835A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A5F6E-5267-55C1-B1D3-1B1876EF24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D90F19-7096-4A80-B73C-D283CFCF1E4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7979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8039C-6DBA-F4EB-DE8C-F2C2F78F46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ACE7-3F80-895B-33DF-4419BF95DE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8927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79ACB3C8659D24283D811BD63A346C5" ma:contentTypeVersion="9" ma:contentTypeDescription="Create a new document." ma:contentTypeScope="" ma:versionID="56a5086ef12d54477343d1a3fd055796">
  <xsd:schema xmlns:xsd="http://www.w3.org/2001/XMLSchema" xmlns:xs="http://www.w3.org/2001/XMLSchema" xmlns:p="http://schemas.microsoft.com/office/2006/metadata/properties" xmlns:ns3="ecfdf3a4-5ca4-4f89-bb7f-dc3b09172487" targetNamespace="http://schemas.microsoft.com/office/2006/metadata/properties" ma:root="true" ma:fieldsID="659f626518ce2bfeaac49c39359f95ce" ns3:_="">
    <xsd:import namespace="ecfdf3a4-5ca4-4f89-bb7f-dc3b09172487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fdf3a4-5ca4-4f89-bb7f-dc3b0917248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cfdf3a4-5ca4-4f89-bb7f-dc3b09172487" xsi:nil="true"/>
  </documentManagement>
</p:properties>
</file>

<file path=customXml/itemProps1.xml><?xml version="1.0" encoding="utf-8"?>
<ds:datastoreItem xmlns:ds="http://schemas.openxmlformats.org/officeDocument/2006/customXml" ds:itemID="{DFEA734D-FEC5-4F92-8848-133321125CA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cfdf3a4-5ca4-4f89-bb7f-dc3b0917248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5E5DC0-0E68-4199-9F28-AFBB2A68B75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FE539C8-2F60-421D-849A-D923094BD8CE}">
  <ds:schemaRefs>
    <ds:schemaRef ds:uri="http://schemas.microsoft.com/office/2006/metadata/properties"/>
    <ds:schemaRef ds:uri="http://schemas.microsoft.com/office/infopath/2007/PartnerControls"/>
    <ds:schemaRef ds:uri="ecfdf3a4-5ca4-4f89-bb7f-dc3b0917248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 Bradley</dc:creator>
  <cp:lastModifiedBy>Max Bradley</cp:lastModifiedBy>
  <cp:revision>1</cp:revision>
  <dcterms:created xsi:type="dcterms:W3CDTF">2026-09-14T12:00:49Z</dcterms:created>
  <dcterms:modified xsi:type="dcterms:W3CDTF">2026-09-14T12:06:56Z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0x010100279ACB3C8659D24283D811BD63A346C5</vt:lpwstr>
  </property>
</Properties>
</file>